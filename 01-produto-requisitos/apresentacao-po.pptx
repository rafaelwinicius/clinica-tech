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Clínica-Tech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966960" y="64739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acadêmico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Clínica-Tech: do problema à solução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Soluções de Tecnologia da Informação para a área da saúde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</a:rPr>
              <a:t>Problema da rede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1343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22860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Agendamentos e informações em canais não integrados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02666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7008" y="29992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Conflitos de horários e retrabalho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7398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371246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Dificuldade para lembrar e confirmar consultas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4531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44256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Pouca visibilidade sobre atendimentos e unidades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1463040"/>
            <a:ext cx="5532120" cy="4297680"/>
          </a:xfrm>
          <a:prstGeom prst="roundRect">
            <a:avLst>
              <a:gd name="adj" fmla="val 1702"/>
            </a:avLst>
          </a:prstGeom>
          <a:solidFill>
            <a:srgbClr val="ECFDF5"/>
          </a:solidFill>
          <a:ln w="1524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783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Nossa proposta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240280"/>
            <a:ext cx="4572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Plataforma web integrada ao WhatsApp para centralizar agendas, facilitar agendamentos e acompanhar os atendimentos da rede.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55080" y="36118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Rede considerada: 5 unidades — Valentina, Mangabeira, Bancários, Expedicionários e Manaíra.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4709160"/>
            <a:ext cx="1005840" cy="329184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477774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Paciente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79792" y="4709160"/>
            <a:ext cx="1143000" cy="329184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2944" y="4777740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Secretária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41664" y="4709160"/>
            <a:ext cx="1261872" cy="329184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14816" y="47777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Profissional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131552" y="4709160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04704" y="477774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Gestão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4400" y="60167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475569"/>
                </a:solidFill>
              </a:rPr>
              <a:t>Foco: compreender o problema, definir uma solução coerente e organizar o desenvolvimento.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Produto e MVP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mesma agenda para o paciente, a secretaria e os profissionais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81051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Site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396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informações da rede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1938528"/>
            <a:ext cx="384048" cy="38404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80360" y="16002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0088" y="181051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WhatsApp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71800" y="21396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chatbot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938528"/>
            <a:ext cx="384048" cy="38404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0368" y="16002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0096" y="181051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</a:rPr>
              <a:t>Agenda central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21808" y="21396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mesma base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13448" y="1938528"/>
            <a:ext cx="384048" cy="38404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16002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3528" y="181051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Ambiente web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35240" y="21396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secretaria e gestão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26880" y="1938528"/>
            <a:ext cx="384048" cy="384048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02368" y="160020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12096" y="1810512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</a:rPr>
              <a:t>Resultado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93808" y="21396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consulta acompanhada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MVP — o que será desenvolvido primeiro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9808" y="3611880"/>
            <a:ext cx="2487168" cy="530352"/>
          </a:xfrm>
          <a:prstGeom prst="roundRect">
            <a:avLst>
              <a:gd name="adj" fmla="val 86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7398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Site público + acesso ao WhatsApp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3493008" y="3611880"/>
            <a:ext cx="2487168" cy="530352"/>
          </a:xfrm>
          <a:prstGeom prst="roundRect">
            <a:avLst>
              <a:gd name="adj" fmla="val 86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21024" y="37398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Agendamento via chatbot e secretaria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749808" y="4343400"/>
            <a:ext cx="2487168" cy="530352"/>
          </a:xfrm>
          <a:prstGeom prst="roundRect">
            <a:avLst>
              <a:gd name="adj" fmla="val 86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44714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Agenda centralizada e sem duplicidade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3493008" y="4343400"/>
            <a:ext cx="2487168" cy="530352"/>
          </a:xfrm>
          <a:prstGeom prst="roundRect">
            <a:avLst>
              <a:gd name="adj" fmla="val 86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21024" y="447141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Cancelamento e remarcação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749808" y="5074920"/>
            <a:ext cx="2487168" cy="530352"/>
          </a:xfrm>
          <a:prstGeom prst="roundRect">
            <a:avLst>
              <a:gd name="adj" fmla="val 862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52029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Lembrete 24h antes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3493008" y="5074920"/>
            <a:ext cx="2487168" cy="530352"/>
          </a:xfrm>
          <a:prstGeom prst="roundRect">
            <a:avLst>
              <a:gd name="adj" fmla="val 86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21024" y="52029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Acompanhamento: realizada / não compareceu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6629400" y="3154680"/>
            <a:ext cx="4800600" cy="2651760"/>
          </a:xfrm>
          <a:prstGeom prst="roundRect">
            <a:avLst>
              <a:gd name="adj" fmla="val 2069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</a:rPr>
              <a:t>Depois do MVP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967728" y="3886200"/>
            <a:ext cx="3977640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fila presencial e priorização automática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totem/monitor de chamadas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atendimento humano integrado ao WhatsApp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dashboards e relatórios avançados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• prontuário, exames e módulos clínicos adicionais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Meu papel: Product Owner + Analista de Requisitos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94183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o problema da cliente em uma definição comum de produto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1546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Definir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368296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problema e objetivo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843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usuários e fluxos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392424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355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MVP e prioridades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904488"/>
            <a:ext cx="128016" cy="128016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867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requisitos e regras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60520" y="1508760"/>
            <a:ext cx="31546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61688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Organizar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89120" y="2368296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36008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documento oficial do produto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89120" y="2880360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2843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Issues e branches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3392424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3355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critérios de PR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89120" y="3904488"/>
            <a:ext cx="128016" cy="12801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867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controle de mudanças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80960" y="1508760"/>
            <a:ext cx="315468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82128" y="1755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</a:rPr>
              <a:t>Validar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909560" y="2368296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6448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coerência com escopo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909560" y="288036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2843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novas necessidades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909560" y="3392424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56448" y="3355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integração das entregas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909560" y="390448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56448" y="3867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</a:rPr>
              <a:t>merge após revisão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4892040"/>
            <a:ext cx="11018520" cy="1078992"/>
          </a:xfrm>
          <a:prstGeom prst="roundRect">
            <a:avLst>
              <a:gd name="adj" fmla="val 423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1389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Postagem LinkedIn — ideia central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971800" y="5065776"/>
            <a:ext cx="80924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172A"/>
                </a:solidFill>
              </a:rPr>
              <a:t>“Garantir que cada decisão técnica parta de uma necessidade clara e contribua para uma solução integrada e útil para a rotina da clínica.”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2971800" y="55595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Entregas-base: produto-e-requisitos.md  •  linkedin-po.md  •  apresentação do PO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Clínica-Tech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Clínica-Tech — PO e Requisitos</dc:title>
  <dc:subject>Apresentação do PO e Análise de Requisitos</dc:subject>
  <dc:creator>Clínica-Tech</dc:creator>
  <cp:lastModifiedBy>Clínica-Tech</cp:lastModifiedBy>
  <cp:revision>1</cp:revision>
  <dcterms:created xsi:type="dcterms:W3CDTF">2026-09-13T00:10:45Z</dcterms:created>
  <dcterms:modified xsi:type="dcterms:W3CDTF">2026-09-13T00:10:45Z</dcterms:modified>
</cp:coreProperties>
</file>