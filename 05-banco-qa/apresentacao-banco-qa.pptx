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Clínica-Tech, o Agendamento é o coração do banco de dados: ele conecta o paciente, o profissional, a unidade e a especialidade escolhidos, e é a partir dele que nascem o atendimento realizado e os lembretes enviados. Organizar os dados dessa forma evita duplicidade de cadastro e garante que, ao consultar um agendamento, o sistema sempre saiba exatamente quem, onde e quando.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garantir que tudo isso funcione na prática, testamos quatro cenários principais: primeiro, o caminho normal, onde o paciente marca em um horário livre; segundo, o conflito, quando dois pacientes tentam usar o mesmo horário com o mesmo profissional, e o sistema precisa bloquear a segunda tentativa; terceiro, cancelamento e remarcação, verificando que o horário é liberado corretamente e não sobram registros duplicados; e quarto, o controle de acesso, garantindo que cada perfil só veja o que tem permissão.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Clínica-Tech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os dados se relacionam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conceitual simplificado das principais entidades do sistema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20574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86584"/>
            <a:ext cx="1746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Nome, CPF, contato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35204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Profissional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849624"/>
            <a:ext cx="1746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Registro, especialidade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49834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5312664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Endereço, horário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30632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84648" y="3154680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Agendamento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483864"/>
            <a:ext cx="21122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Paciente, profissional, unidade,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horário, status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39328" y="205740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Especialidade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386584"/>
            <a:ext cx="1746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Serviço, duração média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0" y="342900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39328" y="352044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Atendimento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3849624"/>
            <a:ext cx="17465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da consulta realizada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0" y="489204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39328" y="49834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Lembrete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5312664"/>
            <a:ext cx="1746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Canal, data de envio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06040" y="2441448"/>
            <a:ext cx="2468880" cy="850392"/>
          </a:xfrm>
          <a:prstGeom prst="line">
            <a:avLst/>
          </a:prstGeom>
          <a:noFill/>
          <a:ln w="15875">
            <a:solidFill>
              <a:srgbClr val="A9B2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606040" y="3566160"/>
            <a:ext cx="2468880" cy="338328"/>
          </a:xfrm>
          <a:prstGeom prst="line">
            <a:avLst/>
          </a:prstGeom>
          <a:noFill/>
          <a:ln w="15875">
            <a:solidFill>
              <a:srgbClr val="A9B2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606040" y="3886200"/>
            <a:ext cx="2468880" cy="1463040"/>
          </a:xfrm>
          <a:prstGeom prst="line">
            <a:avLst/>
          </a:prstGeom>
          <a:noFill/>
          <a:ln w="15875">
            <a:solidFill>
              <a:srgbClr val="A9B2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406640" y="2441448"/>
            <a:ext cx="822960" cy="850392"/>
          </a:xfrm>
          <a:prstGeom prst="line">
            <a:avLst/>
          </a:prstGeom>
          <a:noFill/>
          <a:ln w="15875">
            <a:solidFill>
              <a:srgbClr val="A9B2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3566160"/>
            <a:ext cx="822960" cy="338328"/>
          </a:xfrm>
          <a:prstGeom prst="line">
            <a:avLst/>
          </a:prstGeom>
          <a:noFill/>
          <a:ln w="15875">
            <a:solidFill>
              <a:srgbClr val="A9B2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886200"/>
            <a:ext cx="822960" cy="1463040"/>
          </a:xfrm>
          <a:prstGeom prst="line">
            <a:avLst/>
          </a:prstGeom>
          <a:noFill/>
          <a:ln w="15875">
            <a:solidFill>
              <a:srgbClr val="A9B2B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1264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Agendamento é o núcleo do sistema: conecta paciente, profissional, unidade e especialidade, e pode originar um atendimento e lembretes.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Clínica-Tech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verificamos se funciona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Cenários de teste que validam a consistência dos agendamentos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1F7A6C"/>
          </a:solidFill>
          <a:ln w="12700">
            <a:solidFill>
              <a:srgbClr val="1F7A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79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Agendamento em horário livre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72968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 escolhe um horário disponível e confirma a marcação.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270248"/>
            <a:ext cx="214884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453128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7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esperado: o agendamento é registrado e a confirmação aparece para o usuário.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87452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65576" y="2075688"/>
            <a:ext cx="457200" cy="457200"/>
          </a:xfrm>
          <a:prstGeom prst="ellipse">
            <a:avLst/>
          </a:prstGeom>
          <a:solidFill>
            <a:srgbClr val="1F7A6C"/>
          </a:solidFill>
          <a:ln w="12700">
            <a:solidFill>
              <a:srgbClr val="1F7A6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6557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679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Conflito de horário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172968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pacientes tentam marcar com o mesmo profissional, no mesmo horário.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47288" y="4270248"/>
            <a:ext cx="214884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7288" y="4453128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7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esperado: a segunda tentativa é bloqueada e o sistema avisa que o horário não está disponível.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0176" y="187452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2075688"/>
            <a:ext cx="457200" cy="457200"/>
          </a:xfrm>
          <a:prstGeom prst="ellipse">
            <a:avLst/>
          </a:prstGeom>
          <a:solidFill>
            <a:srgbClr val="1F7A6C"/>
          </a:solidFill>
          <a:ln w="12700">
            <a:solidFill>
              <a:srgbClr val="1F7A6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81344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2679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Cancelamento e remarcação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163056" y="3172968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agendamento existente é cancelado ou remarcado para outra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4270248"/>
            <a:ext cx="214884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63056" y="4453128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7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esperado: o status é atualizado, o horário é liberado e nenhum registro fica duplicado.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95944" y="1874520"/>
            <a:ext cx="2514600" cy="3977640"/>
          </a:xfrm>
          <a:prstGeom prst="roundRect">
            <a:avLst>
              <a:gd name="adj" fmla="val 327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97112" y="2075688"/>
            <a:ext cx="457200" cy="457200"/>
          </a:xfrm>
          <a:prstGeom prst="ellipse">
            <a:avLst/>
          </a:prstGeom>
          <a:solidFill>
            <a:srgbClr val="1F7A6C"/>
          </a:solidFill>
          <a:ln w="12700">
            <a:solidFill>
              <a:srgbClr val="1F7A6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9711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878824" y="2679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 por perfil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878824" y="3172968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usuário tenta acessar informações fora do seu perfil de permissão.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78824" y="4270248"/>
            <a:ext cx="214884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78824" y="4453128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7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esperado: o acesso é negado e a informação não é exposta.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2026-09-17T15:22:35Z</dcterms:created>
  <dcterms:modified xsi:type="dcterms:W3CDTF">2026-09-17T15:22:35Z</dcterms:modified>
</cp:coreProperties>
</file>